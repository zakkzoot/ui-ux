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2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2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wa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06440" y="18745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AUPP AI Committee, Core Members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806440" y="2240280"/>
            <a:ext cx="5897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First Formal AI Committee Meeting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806440" y="4069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turn the committee into action.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CHECKPOINT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85800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D8532F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172200" y="2093976"/>
            <a:ext cx="914400" cy="365760"/>
          </a:xfrm>
          <a:prstGeom prst="roundRect">
            <a:avLst>
              <a:gd name="adj" fmla="val 22500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2093976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</a:t>
            </a:r>
            <a:endParaRPr lang="en-US" sz="1150" dirty="0"/>
          </a:p>
        </p:txBody>
      </p:sp>
      <p:pic>
        <p:nvPicPr>
          <p:cNvPr id="9" name="Image 0" descr="assets/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15768"/>
            <a:ext cx="6309360" cy="1443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3099816"/>
            <a:ext cx="548640" cy="548640"/>
          </a:xfrm>
          <a:prstGeom prst="ellipse">
            <a:avLst/>
          </a:prstGeom>
          <a:solidFill>
            <a:srgbClr val="FCF7E1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00200" y="30998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Tasks to be completed this week</a:t>
            </a:r>
            <a:endParaRPr lang="en-US" sz="1650" dirty="0"/>
          </a:p>
        </p:txBody>
      </p:sp>
      <p:pic>
        <p:nvPicPr>
          <p:cNvPr id="13" name="Image 1" descr="assets/di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31336"/>
            <a:ext cx="6309360" cy="14437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" y="4215384"/>
            <a:ext cx="548640" cy="548640"/>
          </a:xfrm>
          <a:prstGeom prst="ellipse">
            <a:avLst/>
          </a:prstGeom>
          <a:solidFill>
            <a:srgbClr val="FCF7E1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00200" y="42153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policy</a:t>
            </a:r>
            <a:endParaRPr lang="en-US" sz="1650" dirty="0"/>
          </a:p>
        </p:txBody>
      </p:sp>
      <p:pic>
        <p:nvPicPr>
          <p:cNvPr id="17" name="Image 2" descr="assets/divi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46904"/>
            <a:ext cx="6309360" cy="144379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" y="5330952"/>
            <a:ext cx="548640" cy="548640"/>
          </a:xfrm>
          <a:prstGeom prst="ellipse">
            <a:avLst/>
          </a:prstGeom>
          <a:solidFill>
            <a:srgbClr val="FCF7E1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00200" y="5330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Specific roles and task assignment</a:t>
            </a:r>
            <a:endParaRPr lang="en-US" sz="1650" dirty="0"/>
          </a:p>
        </p:txBody>
      </p:sp>
      <p:pic>
        <p:nvPicPr>
          <p:cNvPr id="21" name="Image 3" descr="assets/ens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91640"/>
            <a:ext cx="3977640" cy="38647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260604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oa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60520" y="7132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160520" y="1024128"/>
            <a:ext cx="731520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Hello!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160520" y="184708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Let's introduce ourselves.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1605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Name. Area of interest. What you want from this committee.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60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of us. Faces to names first.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straight into work.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WE, THE PLATFORMS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868680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Canvas: The Official Hub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permanent home. Find it 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3E3B68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031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11680" y="22128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3035808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Recordings, minutes, actions, dates.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54296" y="19202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E5C7C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21031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843016" y="22128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328" y="3035808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articles, opinions, questions.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85632" y="19202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8CA57C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4232" y="21031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674352" y="22128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41664" y="3035808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roles, expertise, contacts.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114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D8532F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976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011680" y="440740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5230368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and platform training.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54296" y="4114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2355C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42976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843016" y="440740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0328" y="5230368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Forms, findings, policy work.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85632" y="4114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6E8F6B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14232" y="42976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674352" y="440740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UP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41664" y="5230368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Readings, AI news, opportunities.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Find it. Develop it. Discuss it here.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WE, THE PLATFORMS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Telegram: Keep This Thing Alive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everyday life of the committee.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554480" cy="475488"/>
          </a:xfrm>
          <a:prstGeom prst="roundRect">
            <a:avLst>
              <a:gd name="adj" fmla="val 17308"/>
            </a:avLst>
          </a:prstGeom>
          <a:solidFill>
            <a:srgbClr val="3E3B68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5544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TALK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9659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opinions, reactions, debate.</a:t>
            </a:r>
            <a:endParaRPr lang="en-US" sz="1250" dirty="0"/>
          </a:p>
        </p:txBody>
      </p:sp>
      <p:pic>
        <p:nvPicPr>
          <p:cNvPr id="8" name="Image 0" descr="assets/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6035040" cy="1381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2834640"/>
            <a:ext cx="1554480" cy="475488"/>
          </a:xfrm>
          <a:prstGeom prst="roundRect">
            <a:avLst>
              <a:gd name="adj" fmla="val 17308"/>
            </a:avLst>
          </a:prstGeom>
          <a:solidFill>
            <a:srgbClr val="2E5C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834640"/>
            <a:ext cx="15544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06040" y="28346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Articles, news, opportunities, events.</a:t>
            </a:r>
            <a:endParaRPr lang="en-US" sz="1250" dirty="0"/>
          </a:p>
        </p:txBody>
      </p:sp>
      <p:pic>
        <p:nvPicPr>
          <p:cNvPr id="12" name="Image 1" descr="assets/di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74720"/>
            <a:ext cx="6035040" cy="13810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3703320"/>
            <a:ext cx="1554480" cy="475488"/>
          </a:xfrm>
          <a:prstGeom prst="roundRect">
            <a:avLst>
              <a:gd name="adj" fmla="val 17308"/>
            </a:avLst>
          </a:prstGeom>
          <a:solidFill>
            <a:srgbClr val="8CA5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3703320"/>
            <a:ext cx="15544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SOLVE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06040" y="37033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help. Offer help.</a:t>
            </a:r>
            <a:endParaRPr lang="en-US" sz="1250" dirty="0"/>
          </a:p>
        </p:txBody>
      </p:sp>
      <p:pic>
        <p:nvPicPr>
          <p:cNvPr id="16" name="Image 2" descr="assets/divi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6035040" cy="13810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4572000"/>
            <a:ext cx="1554480" cy="475488"/>
          </a:xfrm>
          <a:prstGeom prst="roundRect">
            <a:avLst>
              <a:gd name="adj" fmla="val 17308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960" y="4572000"/>
            <a:ext cx="15544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606040" y="45720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Reminders, urgent tasks, quick calls.</a:t>
            </a:r>
            <a:endParaRPr lang="en-US" sz="1250" dirty="0"/>
          </a:p>
        </p:txBody>
      </p:sp>
      <p:pic>
        <p:nvPicPr>
          <p:cNvPr id="20" name="Image 3" descr="assets/divi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12080"/>
            <a:ext cx="6035040" cy="13810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22960" y="5440680"/>
            <a:ext cx="1554480" cy="475488"/>
          </a:xfrm>
          <a:prstGeom prst="roundRect">
            <a:avLst>
              <a:gd name="adj" fmla="val 17308"/>
            </a:avLst>
          </a:prstGeom>
          <a:solidFill>
            <a:srgbClr val="22355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2960" y="5440680"/>
            <a:ext cx="15544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CONNECT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606040" y="54406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don't wait for meetings.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8952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the tabs. Jump in. Reply. Start things.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589520" y="2514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on your list. Always something happening.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589520" y="3017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replacement. Other AUPP groups still matter.</a:t>
            </a:r>
            <a:endParaRPr lang="en-US" sz="1150" dirty="0"/>
          </a:p>
        </p:txBody>
      </p:sp>
      <p:pic>
        <p:nvPicPr>
          <p:cNvPr id="27" name="Image 4" descr="assets/stream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794760"/>
            <a:ext cx="3749040" cy="27750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WE, HOW WE OPERATE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8229600" cy="65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We Work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work, and want to be seen working.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CF7E1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267712"/>
            <a:ext cx="566928" cy="566928"/>
          </a:xfrm>
          <a:prstGeom prst="ellipse">
            <a:avLst/>
          </a:prstGeom>
          <a:solidFill>
            <a:srgbClr val="D8532F"/>
          </a:solidFill>
          <a:ln w="28575">
            <a:solidFill>
              <a:srgbClr val="1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10512" y="22677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EVIDENCE-LED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30358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find, not what we assume.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54296" y="2011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CF7E1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2267712"/>
            <a:ext cx="566928" cy="566928"/>
          </a:xfrm>
          <a:prstGeom prst="ellipse">
            <a:avLst/>
          </a:prstGeom>
          <a:solidFill>
            <a:srgbClr val="2E5C7C"/>
          </a:solidFill>
          <a:ln w="28575">
            <a:solidFill>
              <a:srgbClr val="1C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41848" y="22677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EVALUATIVE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28616" y="30358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results. Adjust if not.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85632" y="2011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CF7E1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41664" y="2267712"/>
            <a:ext cx="566928" cy="566928"/>
          </a:xfrm>
          <a:prstGeom prst="ellipse">
            <a:avLst/>
          </a:prstGeom>
          <a:solidFill>
            <a:srgbClr val="8CA57C"/>
          </a:solidFill>
          <a:ln w="28575">
            <a:solidFill>
              <a:srgbClr val="1C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41664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73184" y="22677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APPROACHABLE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59952" y="30358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language, open door.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27024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CF7E1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92" y="4526280"/>
            <a:ext cx="566928" cy="566928"/>
          </a:xfrm>
          <a:prstGeom prst="ellipse">
            <a:avLst/>
          </a:prstGeom>
          <a:solidFill>
            <a:srgbClr val="3E3B68"/>
          </a:solidFill>
          <a:ln w="28575">
            <a:solidFill>
              <a:srgbClr val="1C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10512" y="4526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 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97280" y="529437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it, even when unsure.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54296" y="427024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CF7E1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0328" y="4526280"/>
            <a:ext cx="566928" cy="566928"/>
          </a:xfrm>
          <a:prstGeom prst="ellipse">
            <a:avLst/>
          </a:prstGeom>
          <a:solidFill>
            <a:srgbClr val="22355C"/>
          </a:solidFill>
          <a:ln w="28575">
            <a:solidFill>
              <a:srgbClr val="1C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41848" y="4526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28616" y="529437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outward before building.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85632" y="427024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CF7E1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41664" y="4526280"/>
            <a:ext cx="566928" cy="566928"/>
          </a:xfrm>
          <a:prstGeom prst="ellipse">
            <a:avLst/>
          </a:prstGeom>
          <a:solidFill>
            <a:srgbClr val="6E8F6B"/>
          </a:solidFill>
          <a:ln w="28575">
            <a:solidFill>
              <a:srgbClr val="1C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41664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473184" y="4526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TRANSPARENT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759952" y="529437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Decisions, written down.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on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WE, HOW WE OPERATE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804672"/>
            <a:ext cx="621792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Decision Rule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77240" y="1600200"/>
            <a:ext cx="5532120" cy="2606040"/>
          </a:xfrm>
          <a:prstGeom prst="roundRect">
            <a:avLst>
              <a:gd name="adj" fmla="val 3509"/>
            </a:avLst>
          </a:prstGeom>
          <a:solidFill>
            <a:srgbClr val="FCF7E1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828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→ 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→ 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Evaluate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→ 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Decide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→ 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isn't a decision.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51560" y="31912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and actions get recorded.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51560" y="35935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approval gets escalated.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CHECKPOINT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85800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we?</a:t>
            </a:r>
            <a:endParaRPr lang="en-US" sz="1650" dirty="0"/>
          </a:p>
        </p:txBody>
      </p:sp>
      <p:pic>
        <p:nvPicPr>
          <p:cNvPr id="7" name="Image 0" descr="assets/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15768"/>
            <a:ext cx="6309360" cy="14437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3099816"/>
            <a:ext cx="548640" cy="548640"/>
          </a:xfrm>
          <a:prstGeom prst="ellipse">
            <a:avLst/>
          </a:prstGeom>
          <a:solidFill>
            <a:srgbClr val="D8532F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30998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Tasks to be completed this week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172200" y="3209544"/>
            <a:ext cx="914400" cy="365760"/>
          </a:xfrm>
          <a:prstGeom prst="roundRect">
            <a:avLst>
              <a:gd name="adj" fmla="val 22500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3209544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</a:t>
            </a:r>
            <a:endParaRPr lang="en-US" sz="1150" dirty="0"/>
          </a:p>
        </p:txBody>
      </p:sp>
      <p:pic>
        <p:nvPicPr>
          <p:cNvPr id="13" name="Image 1" descr="assets/di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31336"/>
            <a:ext cx="6309360" cy="14437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" y="4215384"/>
            <a:ext cx="548640" cy="548640"/>
          </a:xfrm>
          <a:prstGeom prst="ellipse">
            <a:avLst/>
          </a:prstGeom>
          <a:solidFill>
            <a:srgbClr val="FCF7E1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00200" y="42153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policy</a:t>
            </a:r>
            <a:endParaRPr lang="en-US" sz="1650" dirty="0"/>
          </a:p>
        </p:txBody>
      </p:sp>
      <p:pic>
        <p:nvPicPr>
          <p:cNvPr id="17" name="Image 2" descr="assets/divi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46904"/>
            <a:ext cx="6309360" cy="144379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" y="5330952"/>
            <a:ext cx="548640" cy="548640"/>
          </a:xfrm>
          <a:prstGeom prst="ellipse">
            <a:avLst/>
          </a:prstGeom>
          <a:solidFill>
            <a:srgbClr val="FCF7E1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00200" y="5330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Specific roles and task assignment</a:t>
            </a:r>
            <a:endParaRPr lang="en-US" sz="1650" dirty="0"/>
          </a:p>
        </p:txBody>
      </p:sp>
      <p:pic>
        <p:nvPicPr>
          <p:cNvPr id="21" name="Image 3" descr="assets/ens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91640"/>
            <a:ext cx="3977640" cy="38647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260604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bin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49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TASKS TO BE COMPLETED THIS WEEK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1078992"/>
            <a:ext cx="5760720" cy="715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Urgent tasks!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real evidence, fast.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749040" y="3383280"/>
            <a:ext cx="4846320" cy="2971800"/>
          </a:xfrm>
          <a:prstGeom prst="roundRect">
            <a:avLst>
              <a:gd name="adj" fmla="val 3077"/>
            </a:avLst>
          </a:prstGeom>
          <a:solidFill>
            <a:srgbClr val="FCF7E1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69080" y="3639312"/>
            <a:ext cx="512064" cy="512064"/>
          </a:xfrm>
          <a:prstGeom prst="ellipse">
            <a:avLst/>
          </a:prstGeom>
          <a:solidFill>
            <a:srgbClr val="D8532F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9080" y="3639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73168" y="363931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Faculty blueprint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69080" y="4352544"/>
            <a:ext cx="512064" cy="512064"/>
          </a:xfrm>
          <a:prstGeom prst="ellipse">
            <a:avLst/>
          </a:prstGeom>
          <a:solidFill>
            <a:srgbClr val="2E5C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9080" y="4352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73168" y="435254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Students: attitude and use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69080" y="5065776"/>
            <a:ext cx="512064" cy="512064"/>
          </a:xfrm>
          <a:prstGeom prst="ellipse">
            <a:avLst/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9080" y="5065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73168" y="50657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our capability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69080" y="5870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at a time.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ssom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8234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632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WEEK, FACULTY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3401568"/>
            <a:ext cx="73152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Faculty Blueprint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4005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the form. What needs changing?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22960" y="452628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526280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Missing?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20440" y="452628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2E5C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0440" y="4526280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Remove?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5367528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8CA5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367528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520440" y="5367528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3E3B68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5367528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Unclear?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6263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Five minutes. Then tell me.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869680" y="32004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CF7E1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320040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spc="2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spc="2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41080" y="5989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it. Have a look.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esa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754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WEEK, FACULTY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804672"/>
            <a:ext cx="7223760" cy="53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 We Need People to Complete It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13898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week. More than an email.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18745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are YOU going to get it out?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8680" y="2496312"/>
            <a:ext cx="128016" cy="128016"/>
          </a:xfrm>
          <a:prstGeom prst="ellipse">
            <a:avLst/>
          </a:prstGeom>
          <a:solidFill>
            <a:srgbClr val="D8532F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377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across programmes.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2880360"/>
            <a:ext cx="128016" cy="128016"/>
          </a:xfrm>
          <a:prstGeom prst="ellipse">
            <a:avLst/>
          </a:prstGeom>
          <a:solidFill>
            <a:srgbClr val="D8532F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7614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response.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264408"/>
            <a:ext cx="128016" cy="128016"/>
          </a:xfrm>
          <a:prstGeom prst="ellipse">
            <a:avLst/>
          </a:prstGeom>
          <a:solidFill>
            <a:srgbClr val="D8532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1455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this week.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36576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your departments better than I do.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40050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you reach? What can you do?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526280"/>
            <a:ext cx="4709160" cy="530352"/>
          </a:xfrm>
          <a:prstGeom prst="roundRect">
            <a:avLst>
              <a:gd name="adj" fmla="val 15517"/>
            </a:avLst>
          </a:prstGeom>
          <a:solidFill>
            <a:srgbClr val="22355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52628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 with a plan: WHAT, WHO, WHEN.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o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WEEK, STUDENTS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786384"/>
            <a:ext cx="6035040" cy="576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Students: Attitude and Use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822960" y="1389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process. Add? Delete? Adapt?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2011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Will students answer honestly?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investigated kills honesty.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Reality, not catching AI use.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4015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makes this easier to answer honestly?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0" y="50292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CF7E1"/>
          </a:solidFill>
          <a:ln w="38100">
            <a:solidFill>
              <a:srgbClr val="1C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5029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WEEK, STUDENTS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86868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Students: Getting It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students students will trust.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75104"/>
            <a:ext cx="530352" cy="530352"/>
          </a:xfrm>
          <a:prstGeom prst="ellipse">
            <a:avLst/>
          </a:prstGeom>
          <a:solidFill>
            <a:srgbClr val="D8532F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 class permission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2585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professors. Keep confirmation.</a:t>
            </a:r>
            <a:endParaRPr lang="en-US" sz="1150" dirty="0"/>
          </a:p>
        </p:txBody>
      </p:sp>
      <p:pic>
        <p:nvPicPr>
          <p:cNvPr id="9" name="Image 0" descr="assets/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51760"/>
            <a:ext cx="6400800" cy="14647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2907792"/>
            <a:ext cx="530352" cy="530352"/>
          </a:xfrm>
          <a:prstGeom prst="ellipse">
            <a:avLst/>
          </a:prstGeom>
          <a:solidFill>
            <a:srgbClr val="2E5C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907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00200" y="285292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Send students in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00200" y="31912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explanation, plus QR.</a:t>
            </a:r>
            <a:endParaRPr lang="en-US" sz="1150" dirty="0"/>
          </a:p>
        </p:txBody>
      </p:sp>
      <p:pic>
        <p:nvPicPr>
          <p:cNvPr id="14" name="Image 1" descr="assets/di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84448"/>
            <a:ext cx="6400800" cy="14647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22960" y="3840480"/>
            <a:ext cx="530352" cy="530352"/>
          </a:xfrm>
          <a:prstGeom prst="ellipse">
            <a:avLst/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3840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00200" y="378561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Message is clear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00200" y="41239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Anonymous. Nobody's investigated.</a:t>
            </a:r>
            <a:endParaRPr lang="en-US" sz="1150" dirty="0"/>
          </a:p>
        </p:txBody>
      </p:sp>
      <p:pic>
        <p:nvPicPr>
          <p:cNvPr id="19" name="Image 2" descr="assets/divi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17136"/>
            <a:ext cx="6400800" cy="146471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22960" y="4773168"/>
            <a:ext cx="530352" cy="530352"/>
          </a:xfrm>
          <a:prstGeom prst="ellipse">
            <a:avLst/>
          </a:prstGeom>
          <a:solidFill>
            <a:srgbClr val="3E3B68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4773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00200" y="471830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Honesty matters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0200" y="505663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students actually use and think.</a:t>
            </a:r>
            <a:endParaRPr lang="en-US" sz="1150" dirty="0"/>
          </a:p>
        </p:txBody>
      </p:sp>
      <p:pic>
        <p:nvPicPr>
          <p:cNvPr id="24" name="Image 3" descr="assets/divi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49824"/>
            <a:ext cx="6400800" cy="146471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22960" y="5705856"/>
            <a:ext cx="530352" cy="530352"/>
          </a:xfrm>
          <a:prstGeom prst="ellipse">
            <a:avLst/>
          </a:prstGeom>
          <a:solidFill>
            <a:srgbClr val="22355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5705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600200" y="565099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Spread out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600200" y="598932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programmes, different years.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863840" y="19202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Everyone here: find two or three students.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863840" y="26974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you know. Students you trust. Students who'll do it.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863840" y="507492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22355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001000" y="50749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your students? Agree names and coverage now.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pabil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80560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WEEK, CAPACITY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480560" y="713232"/>
            <a:ext cx="6858000" cy="55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Our Capability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480560" y="1353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TRAINING, TLC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480560" y="168249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contacted TLC. Faculty training and AI capability.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80560" y="201168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else? Tech-savvy faculty, IT, external experts, platform specialists.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0" y="4434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2E5C7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RESEARCH, DINESH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200400" y="476402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 is involved. Rigorous work that goes somewhere.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509320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Collaborations, publications, Cambodian evidence, international partners, funding.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59436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desirable can we make this committee as a research contact point?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00400" y="62910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TLC and Dinesh are starting points. Who else do we need?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ssom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09728"/>
            <a:ext cx="2468880" cy="1907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WEEK, NEXT STEPS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804672"/>
            <a:ext cx="8229600" cy="49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September 3: Let's Show People Who We Are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6pm, off campus, open to everyone.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7190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 should be fun. We have the room. Let's monopolise 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21945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3E3B68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0704" y="239572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85292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are, what we're building.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54296" y="21945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2E5C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239572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TLC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285292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Five-minute contribution and collaboration.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85632" y="21945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8CA5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23376" y="239572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DINESH, RESEARCH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23376" y="285292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minutes: where this could go.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405079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2519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 SOMETHING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70916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Quick, useful mini AI training.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54296" y="405079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22355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42519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SHARE SOMETHING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470916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 evidence or research snapshot.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485632" y="405079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6E8F6B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23376" y="42519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BRING IT UP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723376" y="470916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Question, problem, idea. Bring it.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" y="605332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 AFTERWARDS?  </a:t>
            </a:r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Food, drinks, or hang out together.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22960" y="64008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make this a meeting people are glad they came to?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CHECKPOINT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85800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we?</a:t>
            </a:r>
            <a:endParaRPr lang="en-US" sz="1650" dirty="0"/>
          </a:p>
        </p:txBody>
      </p:sp>
      <p:pic>
        <p:nvPicPr>
          <p:cNvPr id="7" name="Image 0" descr="assets/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15768"/>
            <a:ext cx="6309360" cy="14437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3099816"/>
            <a:ext cx="548640" cy="548640"/>
          </a:xfrm>
          <a:prstGeom prst="ellipse">
            <a:avLst/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30998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Tasks to be completed this week</a:t>
            </a:r>
            <a:endParaRPr lang="en-US" sz="1650" dirty="0"/>
          </a:p>
        </p:txBody>
      </p:sp>
      <p:pic>
        <p:nvPicPr>
          <p:cNvPr id="11" name="Image 1" descr="assets/di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31336"/>
            <a:ext cx="6309360" cy="14437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" y="4215384"/>
            <a:ext cx="548640" cy="548640"/>
          </a:xfrm>
          <a:prstGeom prst="ellipse">
            <a:avLst/>
          </a:prstGeom>
          <a:solidFill>
            <a:srgbClr val="D8532F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00200" y="42153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policy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6172200" y="4325112"/>
            <a:ext cx="914400" cy="365760"/>
          </a:xfrm>
          <a:prstGeom prst="roundRect">
            <a:avLst>
              <a:gd name="adj" fmla="val 22500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4325112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</a:t>
            </a:r>
            <a:endParaRPr lang="en-US" sz="1150" dirty="0"/>
          </a:p>
        </p:txBody>
      </p:sp>
      <p:pic>
        <p:nvPicPr>
          <p:cNvPr id="17" name="Image 2" descr="assets/divi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46904"/>
            <a:ext cx="6309360" cy="144379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" y="5330952"/>
            <a:ext cx="548640" cy="548640"/>
          </a:xfrm>
          <a:prstGeom prst="ellipse">
            <a:avLst/>
          </a:prstGeom>
          <a:solidFill>
            <a:srgbClr val="FCF7E1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00200" y="5330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Specific roles and task assignment</a:t>
            </a:r>
            <a:endParaRPr lang="en-US" sz="1650" dirty="0"/>
          </a:p>
        </p:txBody>
      </p:sp>
      <p:pic>
        <p:nvPicPr>
          <p:cNvPr id="21" name="Image 3" descr="assets/ens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91640"/>
            <a:ext cx="3977640" cy="38647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260604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9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POLICY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1440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recommendation. What should AUPP consider?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3E3B68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32918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2E5C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011680"/>
            <a:ext cx="32918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literacy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07792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8CA5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07792"/>
            <a:ext cx="32918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Disclosure vs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907792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907792"/>
            <a:ext cx="32918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Faculty expectations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803904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22355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32918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Student expectations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3803904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6E8F6B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803904"/>
            <a:ext cx="32918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Access and equity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700016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2E5C7C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00016"/>
            <a:ext cx="32918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Govt led policy?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4700016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3E3B68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4700016"/>
            <a:ext cx="32918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and privacy</a:t>
            </a:r>
            <a:endParaRPr lang="en-US" sz="1300" dirty="0"/>
          </a:p>
        </p:txBody>
      </p:sp>
      <p:pic>
        <p:nvPicPr>
          <p:cNvPr id="21" name="Image 0" descr="assets/bu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0"/>
            <a:ext cx="3383280" cy="306456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idea, not a finished policy.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ori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0" y="7772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POLICY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943600" y="1115568"/>
            <a:ext cx="59436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Policies Around the World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0" y="2148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Steal, adapt, test, or avoid.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943600" y="2880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Canvas: Policy module. Ten policies, plus extra reading.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943600" y="33101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first. Bring keep, adapt, or reject.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CHECKPOINT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85800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are we?</a:t>
            </a:r>
            <a:endParaRPr lang="en-US" sz="1650" dirty="0"/>
          </a:p>
        </p:txBody>
      </p:sp>
      <p:pic>
        <p:nvPicPr>
          <p:cNvPr id="7" name="Image 0" descr="assets/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15768"/>
            <a:ext cx="6309360" cy="14437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3099816"/>
            <a:ext cx="548640" cy="548640"/>
          </a:xfrm>
          <a:prstGeom prst="ellipse">
            <a:avLst/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30998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Tasks to be completed this week</a:t>
            </a:r>
            <a:endParaRPr lang="en-US" sz="1650" dirty="0"/>
          </a:p>
        </p:txBody>
      </p:sp>
      <p:pic>
        <p:nvPicPr>
          <p:cNvPr id="11" name="Image 1" descr="assets/di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31336"/>
            <a:ext cx="6309360" cy="14437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" y="4215384"/>
            <a:ext cx="548640" cy="548640"/>
          </a:xfrm>
          <a:prstGeom prst="ellipse">
            <a:avLst/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00200" y="42153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policy</a:t>
            </a:r>
            <a:endParaRPr lang="en-US" sz="1650" dirty="0"/>
          </a:p>
        </p:txBody>
      </p:sp>
      <p:pic>
        <p:nvPicPr>
          <p:cNvPr id="15" name="Image 2" descr="assets/divi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46904"/>
            <a:ext cx="6309360" cy="14437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2960" y="5330952"/>
            <a:ext cx="548640" cy="548640"/>
          </a:xfrm>
          <a:prstGeom prst="ellipse">
            <a:avLst/>
          </a:prstGeom>
          <a:solidFill>
            <a:srgbClr val="D8532F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296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5330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Specific roles and task assignment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6172200" y="5440680"/>
            <a:ext cx="914400" cy="365760"/>
          </a:xfrm>
          <a:prstGeom prst="roundRect">
            <a:avLst>
              <a:gd name="adj" fmla="val 22500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172200" y="5440680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</a:t>
            </a:r>
            <a:endParaRPr lang="en-US" sz="1150" dirty="0"/>
          </a:p>
        </p:txBody>
      </p:sp>
      <p:pic>
        <p:nvPicPr>
          <p:cNvPr id="21" name="Image 3" descr="assets/ens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91640"/>
            <a:ext cx="3977640" cy="38647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260604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9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ROLES AND TASK ASSIGNMENT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8229600" cy="63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Committee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120640" cy="713232"/>
          </a:xfrm>
          <a:prstGeom prst="roundRect">
            <a:avLst>
              <a:gd name="adj" fmla="val 12821"/>
            </a:avLst>
          </a:prstGeom>
          <a:solidFill>
            <a:srgbClr val="D8532F"/>
          </a:solidFill>
          <a:ln w="34925">
            <a:solidFill>
              <a:srgbClr val="1C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59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50" kern="0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CHAIR</a:t>
            </a:r>
            <a:pPr indent="0" marL="0">
              <a:buNone/>
            </a:pPr>
            <a:r>
              <a:rPr lang="en-US" sz="16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Jay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46520" y="18470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ROLES WE NEED</a:t>
            </a:r>
            <a:endParaRPr lang="en-US" sz="1300" dirty="0"/>
          </a:p>
        </p:txBody>
      </p:sp>
      <p:pic>
        <p:nvPicPr>
          <p:cNvPr id="7" name="Image 0" descr="assets/ic_le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15768"/>
            <a:ext cx="975270" cy="841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6974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POLICY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965960" y="30449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development, governance, consultation.</a:t>
            </a:r>
            <a:endParaRPr lang="en-US" sz="1150" dirty="0"/>
          </a:p>
        </p:txBody>
      </p:sp>
      <p:pic>
        <p:nvPicPr>
          <p:cNvPr id="10" name="Image 1" descr="assets/di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58184"/>
            <a:ext cx="5029200" cy="115085"/>
          </a:xfrm>
          <a:prstGeom prst="rect">
            <a:avLst/>
          </a:prstGeom>
        </p:spPr>
      </p:pic>
      <p:pic>
        <p:nvPicPr>
          <p:cNvPr id="11" name="Image 2" descr="assets/ic_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14216"/>
            <a:ext cx="965332" cy="8412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65960" y="39959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965960" y="4343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evidence, Dinesh, publication.</a:t>
            </a:r>
            <a:endParaRPr lang="en-US" sz="1150" dirty="0"/>
          </a:p>
        </p:txBody>
      </p:sp>
      <p:pic>
        <p:nvPicPr>
          <p:cNvPr id="14" name="Image 3" descr="assets/divi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56632"/>
            <a:ext cx="5029200" cy="115085"/>
          </a:xfrm>
          <a:prstGeom prst="rect">
            <a:avLst/>
          </a:prstGeom>
        </p:spPr>
      </p:pic>
      <p:pic>
        <p:nvPicPr>
          <p:cNvPr id="15" name="Image 4" descr="assets/ic_ge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12664"/>
            <a:ext cx="956515" cy="8412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65960" y="52943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TRAINING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965960" y="5641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development, TLC, resources.</a:t>
            </a:r>
            <a:endParaRPr lang="en-US" sz="1150" dirty="0"/>
          </a:p>
        </p:txBody>
      </p:sp>
      <p:pic>
        <p:nvPicPr>
          <p:cNvPr id="18" name="Image 5" descr="assets/ic_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395728"/>
            <a:ext cx="1045122" cy="84124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589520" y="2377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SECRETARY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7589520" y="2724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actions, records, Canvas.</a:t>
            </a:r>
            <a:endParaRPr lang="en-US" sz="1150" dirty="0"/>
          </a:p>
        </p:txBody>
      </p:sp>
      <p:pic>
        <p:nvPicPr>
          <p:cNvPr id="21" name="Image 6" descr="assets/divid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438144"/>
            <a:ext cx="5029200" cy="115085"/>
          </a:xfrm>
          <a:prstGeom prst="rect">
            <a:avLst/>
          </a:prstGeom>
        </p:spPr>
      </p:pic>
      <p:pic>
        <p:nvPicPr>
          <p:cNvPr id="22" name="Image 7" descr="assets/ic_coin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694176"/>
            <a:ext cx="810091" cy="84124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589520" y="36758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EXTERNAL PARTNERSHIPS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7589520" y="4023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Connections, collaborators, events, funding.</a:t>
            </a:r>
            <a:endParaRPr lang="en-US" sz="1150" dirty="0"/>
          </a:p>
        </p:txBody>
      </p:sp>
      <p:sp>
        <p:nvSpPr>
          <p:cNvPr id="25" name="Shape 15"/>
          <p:cNvSpPr/>
          <p:nvPr/>
        </p:nvSpPr>
        <p:spPr>
          <a:xfrm>
            <a:off x="6446520" y="5120640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8CA57C"/>
          </a:solidFill>
          <a:ln w="31750">
            <a:solidFill>
              <a:srgbClr val="1C1C1C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6446520" y="5120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Consultant: Sovannara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ROLES AND TASK ASSIGNMENT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91440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Would You Like to Do?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the roles you're interested 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965960" cy="1965960"/>
          </a:xfrm>
          <a:prstGeom prst="ellipse">
            <a:avLst/>
          </a:prstGeom>
          <a:solidFill>
            <a:srgbClr val="D8532F"/>
          </a:solidFill>
          <a:ln w="508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488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First choice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2148840"/>
            <a:ext cx="1965960" cy="1965960"/>
          </a:xfrm>
          <a:prstGeom prst="ellipse">
            <a:avLst/>
          </a:prstGeom>
          <a:solidFill>
            <a:srgbClr val="2E5C7C"/>
          </a:solidFill>
          <a:ln w="50800">
            <a:solidFill>
              <a:srgbClr val="1C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1488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Second choice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1965960" cy="1965960"/>
          </a:xfrm>
          <a:prstGeom prst="ellipse">
            <a:avLst/>
          </a:prstGeom>
          <a:solidFill>
            <a:srgbClr val="8CA57C"/>
          </a:solidFill>
          <a:ln w="50800">
            <a:solidFill>
              <a:srgbClr val="1C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1488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F5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98932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Third choice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69680" y="2331720"/>
            <a:ext cx="118872" cy="118872"/>
          </a:xfrm>
          <a:prstGeom prst="ellipse">
            <a:avLst/>
          </a:prstGeom>
          <a:solidFill>
            <a:srgbClr val="D8532F"/>
          </a:solidFill>
          <a:ln/>
        </p:spPr>
      </p:sp>
      <p:sp>
        <p:nvSpPr>
          <p:cNvPr id="15" name="Text 13"/>
          <p:cNvSpPr/>
          <p:nvPr/>
        </p:nvSpPr>
        <p:spPr>
          <a:xfrm>
            <a:off x="9125712" y="221284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it to me before you leave. Desk B13.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3200400"/>
            <a:ext cx="118872" cy="118872"/>
          </a:xfrm>
          <a:prstGeom prst="ellipse">
            <a:avLst/>
          </a:prstGeom>
          <a:solidFill>
            <a:srgbClr val="D8532F"/>
          </a:solidFill>
          <a:ln/>
        </p:spPr>
      </p:sp>
      <p:sp>
        <p:nvSpPr>
          <p:cNvPr id="17" name="Text 15"/>
          <p:cNvSpPr/>
          <p:nvPr/>
        </p:nvSpPr>
        <p:spPr>
          <a:xfrm>
            <a:off x="9125712" y="30815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balance: preference, expertise, committee needs.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0" y="4069080"/>
            <a:ext cx="118872" cy="118872"/>
          </a:xfrm>
          <a:prstGeom prst="ellipse">
            <a:avLst/>
          </a:prstGeom>
          <a:solidFill>
            <a:srgbClr val="D8532F"/>
          </a:solidFill>
          <a:ln/>
        </p:spPr>
      </p:sp>
      <p:sp>
        <p:nvSpPr>
          <p:cNvPr id="19" name="Text 17"/>
          <p:cNvSpPr/>
          <p:nvPr/>
        </p:nvSpPr>
        <p:spPr>
          <a:xfrm>
            <a:off x="9125712" y="39502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message you on Telegram by end of day tomorrow.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98280" y="5074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Done.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rushwav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ROLES AND TASK ASSIGNMENT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804672"/>
            <a:ext cx="786384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Committee-Only Meeting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4800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Happy to decide on the 3rd?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5440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lock a date together at the open meeting.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5870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tasks are moving, committee-only meetings can become optional and shift online.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uj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A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you.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822960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53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Let's get to work.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2026-08-24T20:19:04Z</dcterms:created>
  <dcterms:modified xsi:type="dcterms:W3CDTF">2026-08-24T20:19:04Z</dcterms:modified>
</cp:coreProperties>
</file>